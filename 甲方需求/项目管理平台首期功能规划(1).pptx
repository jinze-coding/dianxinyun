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各位汇报我们项目管理平台的首期功能规划。本次规划旨在构建一个服务于项目管理、信息整合、数据互通的一站式平台，并计划于今年9月对外展示。这份方案将详细阐述我们的建设原则、核心功能模块、实施优先级以及演示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平台的整体建设原则。其次，会详细介绍六大核心模块的功能。接着，我们会划分功能的优先级，以便于排期。之后，是项目落地的关键约束和对接要求。最后，我们将展示9月对外演示的规划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建设遵循五大原则。首先，定位为一站式项目综合管理平台。其次，通过标准接口实现与数字化管控平台的数据互通。第三，表单体系采用“下发-承接”模式，不重复造轮子。第四，通过微信小程序和双二维码解决权限和易用性问题。最后，同步启动AI能力建设，提升智能化水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核心模块介绍。首先是信息整合中心，这是平台的大脑。我们将建立一个项目总览看板，实现所有项目数据的可视化，并通过分层权限确保各条线只能看到自己权限内的信息。同时，建立统一的项目档案库，保证数据的唯一性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模块是数据接口。这是实现平台间互联互通的关键。我们将建设一套完整的接口组，包括接收表格、回传数据和同步基础信息的接口。同时，我们会预留AI能力的对接接口，为未来的智能化升级打下基础。所有接口都将提供详细的文档和日志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模块是表单调用与数据归集。我们的平台本身不开发零代码表格，而是作为承接方，接收并调度上级平台下发的表单。用户在平台内填报的数据会被自动归集、存储，并生成电子台账，极大地简化了安全员的日常工作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模块是AI辅助能力。我们将同步启动AI模型的训练，使其能够与表单和附件深度联动。首期将实现三大功能：智能识别图片和文档内容并回填表单，智能分类资料，以及智能校验和提醒。目标是在9月展示时，能现场演示这些AI辅助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模块是我们的一大亮点：微信小程序与双二维码体系。我们将设置两种二维码：一种是公开查看码，任何人扫码即可查看公开信息；另一种是内部录入码，只有在平台备案过的工作人员才能扫码填写数据。这解决了传统系统需要账号授权的痛点，极大地提升了现场操作的便捷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核心模块是人员备案管理。这是支撑小程序扫码录入功能的基础。我们将建立一个内部人员备案库，统一管理所有需要填报数据的工作人员信息。这个备案库将作为身份核验的唯一依据，避免了为每个现场人员单独开通复杂系统账号的麻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9月的顺利展示，我们对功能进行了优先级划分。一级必做的功能是展示的核心，必须全部上线。二级功能，主要是AI能力，将与一级功能并行开发，目标是在9月拿出一个可演示的版本。三期迭代的内容则是我们未来的优化方向，在展示时可以作为规划进行介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落地过程中，我们需要明确几个关键约束。首先，我们不重复开发零代码表格。其次，必须保证所有数据与上级平台同源。第三，核心模块需要独立开发并打通接口。第四，AI能力需要同步对接和训练。最后，严格执行权限规则，确保数据安全和便捷访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我们规划的9月对外展示演示流程。整个流程将围绕我们的核心功能展开，从宏观的项目看板，到具体的表单调用和AI辅助，再到最具亮点的现场扫码演示，最后展示数据如何自动流转。这个流程将全面、直观地展示我们平台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.xml"/><Relationship Id="rId38" Type="http://schemas.openxmlformats.org/officeDocument/2006/relationships/notesSlide" Target="../notesSlides/notesSlide3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25.xml"/><Relationship Id="rId35" Type="http://schemas.openxmlformats.org/officeDocument/2006/relationships/tags" Target="../tags/tag24.xml"/><Relationship Id="rId34" Type="http://schemas.openxmlformats.org/officeDocument/2006/relationships/image" Target="../media/image12.svg"/><Relationship Id="rId33" Type="http://schemas.openxmlformats.org/officeDocument/2006/relationships/image" Target="../media/image11.png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image" Target="../media/image10.svg"/><Relationship Id="rId26" Type="http://schemas.openxmlformats.org/officeDocument/2006/relationships/image" Target="../media/image9.png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image" Target="../media/image8.svg"/><Relationship Id="rId2" Type="http://schemas.openxmlformats.org/officeDocument/2006/relationships/tags" Target="../tags/tag1.xml"/><Relationship Id="rId19" Type="http://schemas.openxmlformats.org/officeDocument/2006/relationships/image" Target="../media/image7.png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13.jpeg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image" Target="../media/image17.svg"/><Relationship Id="rId14" Type="http://schemas.openxmlformats.org/officeDocument/2006/relationships/image" Target="../media/image16.png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image" Target="../media/image23.svg"/><Relationship Id="rId21" Type="http://schemas.openxmlformats.org/officeDocument/2006/relationships/image" Target="../media/image22.png"/><Relationship Id="rId20" Type="http://schemas.openxmlformats.org/officeDocument/2006/relationships/tags" Target="../tags/tag52.xml"/><Relationship Id="rId2" Type="http://schemas.openxmlformats.org/officeDocument/2006/relationships/tags" Target="../tags/tag38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image" Target="../media/image21.svg"/><Relationship Id="rId13" Type="http://schemas.openxmlformats.org/officeDocument/2006/relationships/image" Target="../media/image20.png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image" Target="../media/image30.svg"/><Relationship Id="rId20" Type="http://schemas.openxmlformats.org/officeDocument/2006/relationships/image" Target="../media/image29.png"/><Relationship Id="rId2" Type="http://schemas.openxmlformats.org/officeDocument/2006/relationships/image" Target="../media/image24.jpeg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35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1.jpe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0" Type="http://schemas.openxmlformats.org/officeDocument/2006/relationships/notesSlide" Target="../notesSlides/notesSlide9.xml"/><Relationship Id="rId2" Type="http://schemas.openxmlformats.org/officeDocument/2006/relationships/image" Target="../media/image42.jpeg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7" Type="http://schemas.openxmlformats.org/officeDocument/2006/relationships/notesSlide" Target="../notesSlides/notesSlide10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00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image" Target="../media/image52.svg"/><Relationship Id="rId21" Type="http://schemas.openxmlformats.org/officeDocument/2006/relationships/image" Target="../media/image51.png"/><Relationship Id="rId20" Type="http://schemas.openxmlformats.org/officeDocument/2006/relationships/tags" Target="../tags/tag97.xml"/><Relationship Id="rId2" Type="http://schemas.openxmlformats.org/officeDocument/2006/relationships/tags" Target="../tags/tag83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image" Target="../media/image50.svg"/><Relationship Id="rId13" Type="http://schemas.openxmlformats.org/officeDocument/2006/relationships/image" Target="../media/image49.png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3" Type="http://schemas.openxmlformats.org/officeDocument/2006/relationships/notesSlide" Target="../notesSlides/notesSlide12.xml"/><Relationship Id="rId42" Type="http://schemas.openxmlformats.org/officeDocument/2006/relationships/slideLayout" Target="../slideLayouts/slideLayout12.xml"/><Relationship Id="rId41" Type="http://schemas.openxmlformats.org/officeDocument/2006/relationships/tags" Target="../tags/tag130.xml"/><Relationship Id="rId40" Type="http://schemas.openxmlformats.org/officeDocument/2006/relationships/tags" Target="../tags/tag129.xml"/><Relationship Id="rId4" Type="http://schemas.openxmlformats.org/officeDocument/2006/relationships/tags" Target="../tags/tag103.xml"/><Relationship Id="rId39" Type="http://schemas.openxmlformats.org/officeDocument/2006/relationships/tags" Target="../tags/tag128.xml"/><Relationship Id="rId38" Type="http://schemas.openxmlformats.org/officeDocument/2006/relationships/image" Target="../media/image62.svg"/><Relationship Id="rId37" Type="http://schemas.openxmlformats.org/officeDocument/2006/relationships/image" Target="../media/image61.png"/><Relationship Id="rId36" Type="http://schemas.openxmlformats.org/officeDocument/2006/relationships/tags" Target="../tags/tag127.xml"/><Relationship Id="rId35" Type="http://schemas.openxmlformats.org/officeDocument/2006/relationships/tags" Target="../tags/tag126.xml"/><Relationship Id="rId34" Type="http://schemas.openxmlformats.org/officeDocument/2006/relationships/tags" Target="../tags/tag125.xml"/><Relationship Id="rId33" Type="http://schemas.openxmlformats.org/officeDocument/2006/relationships/tags" Target="../tags/tag124.xml"/><Relationship Id="rId32" Type="http://schemas.openxmlformats.org/officeDocument/2006/relationships/tags" Target="../tags/tag123.xml"/><Relationship Id="rId31" Type="http://schemas.openxmlformats.org/officeDocument/2006/relationships/tags" Target="../tags/tag122.xml"/><Relationship Id="rId30" Type="http://schemas.openxmlformats.org/officeDocument/2006/relationships/image" Target="../media/image60.svg"/><Relationship Id="rId3" Type="http://schemas.openxmlformats.org/officeDocument/2006/relationships/tags" Target="../tags/tag102.xml"/><Relationship Id="rId29" Type="http://schemas.openxmlformats.org/officeDocument/2006/relationships/image" Target="../media/image59.png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image" Target="../media/image12.svg"/><Relationship Id="rId21" Type="http://schemas.openxmlformats.org/officeDocument/2006/relationships/image" Target="../media/image11.png"/><Relationship Id="rId20" Type="http://schemas.openxmlformats.org/officeDocument/2006/relationships/tags" Target="../tags/tag115.xml"/><Relationship Id="rId2" Type="http://schemas.openxmlformats.org/officeDocument/2006/relationships/tags" Target="../tags/tag101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image" Target="../media/image58.svg"/><Relationship Id="rId13" Type="http://schemas.openxmlformats.org/officeDocument/2006/relationships/image" Target="../media/image57.png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4.png"/><Relationship Id="rId1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000500"/>
            <a:ext cx="1270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首期功能规划与展示方案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5905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汇报部门：项目管理部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14074">
            <a:off x="5842000" y="6153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0" y="5905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285450">
            <a:off x="1460500" y="2343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778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整体建设原则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明确平台定位、数据逻辑与核心目标，确立项目建设的底层逻辑与指导方向，确保整体架构的一致性。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2095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285450">
            <a:off x="5080000" y="2343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53975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核心模块与功能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深度解析六大核心模块的具体功能与业务场景，展示平台如何通过功能整合实现业务价值的最大化。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2095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285450">
            <a:off x="8699500" y="2343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9017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功能优先级划分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科学规划开发节奏，明确一期必做、二期同步建设及三期迭代内容，保障资源投入与项目进度的合理匹配。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5403215" cy="2025015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508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285450">
            <a:off x="1460500" y="4756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" name="AutoShape 22"/>
          <p:cNvSpPr/>
          <p:nvPr/>
        </p:nvSpPr>
        <p:spPr>
          <a:xfrm>
            <a:off x="1778000" y="4508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关键约束与对接要求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207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08000"/>
              </a:lnSpc>
              <a:buSzTx/>
              <a:defRPr/>
            </a:pPr>
            <a:r>
              <a:rPr 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微信小程序、人员备案、分层权限、项目信息模块独立开发，与表单接口打通；</a:t>
            </a:r>
            <a:endParaRPr 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08000"/>
              </a:lnSpc>
              <a:buSzTx/>
              <a:defRPr/>
            </a:pPr>
            <a:r>
              <a:rPr 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模块预留对接接口，和下发表单、附件文件打通，同步开展模型训练；</a:t>
            </a:r>
            <a:endParaRPr 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08000"/>
              </a:lnSpc>
              <a:buSzTx/>
              <a:defRPr/>
            </a:pPr>
            <a:r>
              <a:rPr 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公开数据严格执行免账号扫码查看规则，内部录入仅校验平台备案人员身份。</a:t>
            </a:r>
            <a:endParaRPr lang="en-US" sz="13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整体建设原则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通过构建标准化、智能化的协作体系，让团队沟通更高效，数据流转更顺畅，全面提升项目管理的规范化与自动化水平。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3365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5842000" y="1778000"/>
            <a:ext cx="2857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5842000" y="177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477000" y="18796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平台定位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032500" y="2349500"/>
            <a:ext cx="254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打造一站式项目综合管理平台，实现全项目信息的高效整合，支持各业务条线分层级查阅与管理。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5842000" y="3365500"/>
            <a:ext cx="2857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5842000" y="3365500"/>
            <a:ext cx="508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32500" y="3492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6477000" y="34671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数据互通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6032500" y="3937000"/>
            <a:ext cx="254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双向预留标准接口，无缝对接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公司层级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数字化管控平台，支持表格下发、数据回传及全量信息的实时同步。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5842000" y="4953000"/>
            <a:ext cx="2857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5842000" y="4953000"/>
            <a:ext cx="508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32500" y="5080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1"/>
            </p:custDataLst>
          </p:nvPr>
        </p:nvSpPr>
        <p:spPr>
          <a:xfrm>
            <a:off x="6477000" y="50546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表单体系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6032500" y="5524500"/>
            <a:ext cx="254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采用“统一制作、分级承接”模式，零代码表格由管控平台统一下发，本平台专注于接收、调用与数据归集。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3"/>
            </p:custDataLst>
          </p:nvPr>
        </p:nvSpPr>
        <p:spPr>
          <a:xfrm>
            <a:off x="8890000" y="1778000"/>
            <a:ext cx="2857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4"/>
            </p:custDataLst>
          </p:nvPr>
        </p:nvSpPr>
        <p:spPr>
          <a:xfrm>
            <a:off x="88900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080500" y="1905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28"/>
            </p:custDataLst>
          </p:nvPr>
        </p:nvSpPr>
        <p:spPr>
          <a:xfrm>
            <a:off x="9525000" y="18796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权限与载体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9"/>
            </p:custDataLst>
          </p:nvPr>
        </p:nvSpPr>
        <p:spPr>
          <a:xfrm>
            <a:off x="9080500" y="2413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依托微信小程序与双二维码技术，实现权限分级管理。公开数据支持免账号扫码查看，内部备案人员扫码即可便捷填报信息，兼顾安全性与易用性。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0"/>
            </p:custDataLst>
          </p:nvPr>
        </p:nvSpPr>
        <p:spPr>
          <a:xfrm>
            <a:off x="8890000" y="3937000"/>
            <a:ext cx="2857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31"/>
            </p:custDataLst>
          </p:nvPr>
        </p:nvSpPr>
        <p:spPr>
          <a:xfrm>
            <a:off x="8890000" y="3937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80500" y="4064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35"/>
            </p:custDataLst>
          </p:nvPr>
        </p:nvSpPr>
        <p:spPr>
          <a:xfrm>
            <a:off x="9525000" y="40386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智能能力建设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36"/>
            </p:custDataLst>
          </p:nvPr>
        </p:nvSpPr>
        <p:spPr>
          <a:xfrm>
            <a:off x="9080500" y="4572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同步启动AI模型训练工作，深度联动表单数据，利用人工智能技术辅助资料整理、信息收集与分析，逐步实现管理流程的智能化升级。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核心模块与功能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649" r="5649"/>
          <a:stretch>
            <a:fillRect/>
          </a:stretch>
        </p:blipFill>
        <p:spPr>
          <a:xfrm>
            <a:off x="762000" y="1778000"/>
            <a:ext cx="5207000" cy="3302000"/>
          </a:xfrm>
          <a:prstGeom prst="rect">
            <a:avLst/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通过可视化大屏，直观呈现项目全周期关键数据，让管理者实时掌握进度与风险，实现决策的可视化与智能化支撑。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4191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731000" y="17780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731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8500" y="196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0" y="196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项目总览看板：数据可视化中枢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9"/>
            </p:custDataLst>
          </p:nvPr>
        </p:nvCxnSpPr>
        <p:spPr>
          <a:xfrm rot="-9964">
            <a:off x="7048509" y="2597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985000" y="27305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对全项目数据进行汇总与多维度拆解，实现进度、节点、状态的全景可视化。同时支持按条线、部门、岗位配置分层级权限，确保数据访问的安全性与规范性。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731000" y="41910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731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8500" y="4381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7620000" y="438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项目统一档案库：唯一可信数据源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17"/>
            </p:custDataLst>
          </p:nvPr>
        </p:nvCxnSpPr>
        <p:spPr>
          <a:xfrm rot="-9964">
            <a:off x="7048509" y="5010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6985000" y="51435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归集项目基础资料、参建方信息、人员台账及工期计划等核心静态数据，构建全平台统一的数据底座，消除信息孤岛，确保项目全生命周期数据的一致性与准确性。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核心模块与功能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549400" y="23114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平台对接接口组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1016000" y="3302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多场景数据交互：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支持零代码表单模板接收、填报数据自动回推至上级平台，实现项目、人员等基础信息的双向实时同步，打通平台数据链路。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35500" y="234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168900" y="23114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标准化配套保障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635500" y="3302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全流程规范支撑：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输出完整接口文档与字段映射表，建立完善的异常处理机制，支持数据批量传输、异常自动重连及全链路日志留存，确保数据流转安全可控。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55000" y="234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788400" y="2311400"/>
            <a:ext cx="241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智能能力拓展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255000" y="3302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前瞻性技术布局：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预留标准化AI能力对接接口，实现AI模型与表单数据、附件文件的深度联动，为后续智能分析、自动处理、辅助决策等智能化升级提供底层支撑。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60452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核心价值：构建稳定、安全、可扩展的跨平台数据底座，打通信息孤岛，赋能业务全流程数字化与智能化转型。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核心模块与功能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777" r="2777"/>
          <a:stretch>
            <a:fillRect/>
          </a:stretch>
        </p:blipFill>
        <p:spPr>
          <a:xfrm>
            <a:off x="762000" y="1905000"/>
            <a:ext cx="4318000" cy="3048000"/>
          </a:xfrm>
          <a:prstGeom prst="rect">
            <a:avLst/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通过统一的数字化平台入口，安全员可高效完成各类表单填报与数据提交，操作界面直观简洁，大幅降低使用门槛。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3619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5969000" y="1905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969000" y="2159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858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表单统一调度能力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858000" y="2540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作为数字化管控平台的承接终端，统一挂载、分发各类安全员台账、巡检记录等零代码表单，实现表单资源的集中管理与按需调度。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5969000" y="3429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5969000" y="3683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23000" y="355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6858000" y="355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数据存储与电子台账生成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858000" y="4064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填报数据实时归档存储，系统自动汇总生成结构化电子台账，支持数据的快速查询、多维度筛选、批量导出及全链路溯源，保障数据完整。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5969000" y="4953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5969000" y="5207000"/>
            <a:ext cx="508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23000" y="5080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6858000" y="5080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填报流程极简与人员减负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6858000" y="5524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依托标准化下发表单精简填报步骤，减少重复录入与繁琐操作，将安全员从低效的文书工作中解放出来，专注于现场安全核心业务。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核心模块与功能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30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智能识别：信息自动回填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44">
            <a:off x="1092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92200" y="26670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通过AI模型提取巡检照片、文档附件中的关键信息，自动识别并回填至对应表单字段，大幅减少人工录入的重复工作量与错误率。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77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196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1930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智能分类：资料自动归档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44">
            <a:off x="6680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80200" y="26670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基于内容语义分析，对填报的各类资料、历史记录进行自动打标、智能归类，构建结构化的资料数据库，提升检索与管理效率。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254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216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智能校验&amp;提醒：合规与时效保障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44">
            <a:off x="1092209" y="4819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92200" y="49530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实时校验表单内容的完整性与合规性，拦截异常数据；同时按预设周期自动提醒相关人员完成填报，确保业务流程闭环。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064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06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0200" y="4254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42164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落地要求：模型训练与演示目标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44">
            <a:off x="6680209" y="4819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80200" y="4953000"/>
            <a:ext cx="462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持续同步投喂真实业务数据进行模型迭代训练，优化识别与分类精度，确保在9月对外展示环节，能够现场流畅演示AI辅助功能的实际效果。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核心模块与功能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006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公开查看二维码（免账号）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185">
            <a:off x="1016008" y="25590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667000"/>
            <a:ext cx="533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任何人通过微信扫码即可直接查看对外公开的台账与巡检记录，无需繁琐的登录与授权流程，极大降低了信息获取的门槛。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925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594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内部录入二维码（备案核验）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185">
            <a:off x="1016008" y="41465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4254500"/>
            <a:ext cx="533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仅限平台备案人员扫码，系统自动核验身份，匹配对应零代码表单完成数据录入，确保数据来源真实、操作留痕可追溯。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07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5181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全场景适配与权限优化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185">
            <a:off x="1016008" y="57340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5816600"/>
            <a:ext cx="533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支持弱网环境下的离线填报，联网后自动同步数据；严格区分只读与编辑权限，保障数据安全与操作规范。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rcRect l="567" r="567"/>
          <a:stretch>
            <a:fillRect/>
          </a:stretch>
        </p:blipFill>
        <p:spPr>
          <a:xfrm>
            <a:off x="7112000" y="2286000"/>
            <a:ext cx="4318000" cy="2794000"/>
          </a:xfrm>
          <a:prstGeom prst="rect">
            <a:avLst/>
          </a:prstGeom>
          <a:noFill/>
          <a:ln w="254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112000" y="53340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302500" y="5461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通过“微信小程序+双码体系”，打通了信息公开与内部管理的闭环，让现场作业更高效，数据流转更安全。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核心模块与功能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341" r="5341"/>
          <a:stretch>
            <a:fillRect/>
          </a:stretch>
        </p:blipFill>
        <p:spPr>
          <a:xfrm>
            <a:off x="762000" y="1905000"/>
            <a:ext cx="4826000" cy="3302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基于人脸识别的身份核验技术，实现人员信息的快速采集与比对，确保备案人员身份真实、有效。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3873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223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223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095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048500" y="2057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内部人员备案库搭建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9"/>
            </p:custDataLst>
          </p:nvPr>
        </p:nvCxnSpPr>
        <p:spPr>
          <a:xfrm rot="-9418">
            <a:off x="6540509" y="2660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5405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建立统一的内部人员基础信息库，规范化维护填报人员的姓名、所属岗位、负责项目及业务条线等关键信息，形成完整的人员数据档案。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6223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38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7048500" y="4343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身份核验与流程简化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17"/>
            </p:custDataLst>
          </p:nvPr>
        </p:nvCxnSpPr>
        <p:spPr>
          <a:xfrm rot="-9418">
            <a:off x="6540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6540500" y="5143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备案库作为小程序扫码录入的核心身份校验依据，无需为现场人员单独开通系统账号，大幅降低账号管理成本，简化数据填报的准入流程。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功能优先级划分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3492500" cy="762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397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一级必做 · 核心上线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4031">
            <a:off x="952513" y="2660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952500" y="2857500"/>
            <a:ext cx="31115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聚焦9月展示核心，确保功能完整上线，夯实项目基础：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全项目信息整合，实现条线分层分类查阅；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打通数字化管控平台全套接口，数据互通；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落地表单调度、数据归档与自动台账功能；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上线微信小程序，结合双二维码场景应用；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完成内部人员备案管理模块建设。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70400" y="1778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470400" y="1778000"/>
            <a:ext cx="34925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609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1054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二级同步 · 演示先行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14031">
            <a:off x="4660913" y="2660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660900" y="2857500"/>
            <a:ext cx="31115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与一级功能并行开发，重点打造AI能力的初步演示效果：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AI模型专项训练，基于项目实际业务数据优化算法模型；开发AI资料与信息辅助功能，实现关键信息的智能提取、分类与推荐，确保9月可完成功能演示，展现智能化建设的初步成果，为后续深化应用积累数据与经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064500" y="1778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064500" y="1778000"/>
            <a:ext cx="3492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55000" y="209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6995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三期迭代 · 规划优化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14031">
            <a:off x="8255013" y="2660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255000" y="2857500"/>
            <a:ext cx="31115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作为远期规划方向，持续深化系统能力与用户体验：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优化接口性能，升级批量数据处理能力，提升系统吞吐量；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拓展AI深度应用，落地隐患智能分析、风险数据预警等场景；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完善权限体系，实现分层权限精细化配置与表单级权限细分管控。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关键约束与对接要求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1930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表单体系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平台不自研、不内置零代码表格引擎，仅通过标准接口接收数字化管控平台下发的表单模板，聚焦核心业务逻辑。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18100" y="1930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数据同源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所有表单填报、台账数据，需实时或定时通过接口回传至数字化管控平台，确保全链路数据一致，消除信息孤岛。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37600" y="1930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模块独立性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微信小程序、人员备案、分层权限及项目信息模块独立开发，通过标准化接口与表单服务打通，实现松耦合架构。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49400" y="45085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AI能力对接与模型训练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046">
            <a:off x="10160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207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AI模块预留标准化对接接口，与下发表单、附件文件系统深度打通，同步开展数据标注与模型训练，提升智能化处理效率。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4318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3500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508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37400" y="4508500"/>
            <a:ext cx="431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分级权限与访问控制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046">
            <a:off x="66040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604000" y="5207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公开数据严格执行免账号扫码查看规则，兼顾便捷性与安全性；内部数据录入操作，仅校验平台备案人员身份，确保数据来源可信。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9月对外展示演示流程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4605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演示全项目看板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4566">
            <a:off x="952513" y="253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952500" y="2667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展示整体信息整合效果，实现各业务条线分层查看，宏观把控项目进度与安全状态，让数据可视化更直观。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3942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942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847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0927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演示表单调用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14566">
            <a:off x="4584713" y="253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584700" y="2667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平台可接收上级下发的安全类零代码表单，支持用户在线直接调用并填报，简化操作流程，提升表单处理效率。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0264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0264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169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724900" y="1930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演示AI辅助能力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14566">
            <a:off x="8216913" y="253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216900" y="2667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上传巡检资料或现场图片，AI算法自动识别并提取关键信息，智能回填至对应表单字段，大幅减少人工录入工作量。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762000" y="4191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7620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2500" y="4381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1460500" y="4343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现场扫码演示：公开查看与身份核验录入</a:t>
            </a:r>
            <a:endParaRPr lang="en-US" sz="1100"/>
          </a:p>
        </p:txBody>
      </p:sp>
      <p:cxnSp>
        <p:nvCxnSpPr>
          <p:cNvPr id="26" name="Connector 26"/>
          <p:cNvCxnSpPr/>
          <p:nvPr>
            <p:custDataLst>
              <p:tags r:id="rId32"/>
            </p:custDataLst>
          </p:nvPr>
        </p:nvCxnSpPr>
        <p:spPr>
          <a:xfrm rot="-8814">
            <a:off x="952508" y="4946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952500" y="5080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支持“扫公开码”免登录查看公示台账与巡检记录，提升透明度；备案人员“扫录入码”核验身份后，可直接调用表单完成现场数据录入，操作便捷高效。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6350000" y="4191000"/>
            <a:ext cx="508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63500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540500" y="4381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39"/>
            </p:custDataLst>
          </p:nvPr>
        </p:nvSpPr>
        <p:spPr>
          <a:xfrm>
            <a:off x="70485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演示数据全链路自动流转</a:t>
            </a:r>
            <a:endParaRPr lang="en-US" sz="1100"/>
          </a:p>
        </p:txBody>
      </p:sp>
      <p:cxnSp>
        <p:nvCxnSpPr>
          <p:cNvPr id="32" name="Connector 32"/>
          <p:cNvCxnSpPr/>
          <p:nvPr>
            <p:custDataLst>
              <p:tags r:id="rId40"/>
            </p:custDataLst>
          </p:nvPr>
        </p:nvCxnSpPr>
        <p:spPr>
          <a:xfrm rot="-9291">
            <a:off x="65405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>
            <p:custDataLst>
              <p:tags r:id="rId41"/>
            </p:custDataLst>
          </p:nvPr>
        </p:nvSpPr>
        <p:spPr>
          <a:xfrm>
            <a:off x="6540500" y="508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用户填报的数据会自动归档生成标准化台账，并通过预设接口实时同步至数字化管控平台，实现数据从采集、处理到存储的全流程自动化，保障数据一致性。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0640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欢迎大家提出问题，共同探讨与交流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3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4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5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6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7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8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9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0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1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2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3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4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5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6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7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8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19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0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1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2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3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4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5.xml><?xml version="1.0" encoding="utf-8"?>
<p:tagLst xmlns:p="http://schemas.openxmlformats.org/presentationml/2006/main">
  <p:tag name="KSO_WM_DIAGRAM_VIRTUALLY_FRAME" val="{&quot;height&quot;:355,&quot;left&quot;:460,&quot;top&quot;:140,&quot;width&quot;:465}"/>
</p:tagLst>
</file>

<file path=ppt/tags/tag26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27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28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29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0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1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2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3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4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5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6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7.xml><?xml version="1.0" encoding="utf-8"?>
<p:tagLst xmlns:p="http://schemas.openxmlformats.org/presentationml/2006/main">
  <p:tag name="KSO_WM_DIAGRAM_VIRTUALLY_FRAME" val="{&quot;height&quot;:355,&quot;left&quot;:530,&quot;top&quot;:140,&quot;width&quot;:390}"/>
</p:tagLst>
</file>

<file path=ppt/tags/tag38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39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0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1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2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3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4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5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6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7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8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49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0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1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2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3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4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5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56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57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58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59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0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1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2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3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4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5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6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7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8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69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70.xml><?xml version="1.0" encoding="utf-8"?>
<p:tagLst xmlns:p="http://schemas.openxmlformats.org/presentationml/2006/main">
  <p:tag name="KSO_WM_DIAGRAM_VIRTUALLY_FRAME" val="{&quot;height&quot;:345,&quot;left&quot;:470,&quot;top&quot;:150,&quot;width&quot;:440}"/>
</p:tagLst>
</file>

<file path=ppt/tags/tag71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2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3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4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5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6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7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8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79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80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81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82.xml><?xml version="1.0" encoding="utf-8"?>
<p:tagLst xmlns:p="http://schemas.openxmlformats.org/presentationml/2006/main">
  <p:tag name="KSO_WM_DIAGRAM_VIRTUALLY_FRAME" val="{&quot;height&quot;:335,&quot;left&quot;:490,&quot;top&quot;:150,&quot;width&quot;:410}"/>
</p:tagLst>
</file>

<file path=ppt/tags/tag83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84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85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86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87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88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89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0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1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2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3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4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5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6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7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8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99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100.xml><?xml version="1.0" encoding="utf-8"?>
<p:tagLst xmlns:p="http://schemas.openxmlformats.org/presentationml/2006/main">
  <p:tag name="KSO_WM_DIAGRAM_VIRTUALLY_FRAME" val="{&quot;height&quot;:350,&quot;left&quot;:60,&quot;top&quot;:140,&quot;width&quot;:850}"/>
</p:tagLst>
</file>

<file path=ppt/tags/tag10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0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1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2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3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3302</Words>
  <Application>WPS 演示</Application>
  <PresentationFormat/>
  <Paragraphs>226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梁睿</cp:lastModifiedBy>
  <cp:revision>3</cp:revision>
  <dcterms:created xsi:type="dcterms:W3CDTF">2026-06-11T09:47:31Z</dcterms:created>
  <dcterms:modified xsi:type="dcterms:W3CDTF">2026-06-11T13:48:57Z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{"Label":"1","ContentProducer":"001191110102MACQD9K64010000","ProduceID":"7650068136289094863","ReservedCode1":"","ContentPropagator":"","PropagateID":"","ReservedCode2":""}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EC68596ABF8B4F27B04DF810D709960A_13</vt:lpwstr>
  </property>
</Properties>
</file>